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23B2-51F2-3CD6-4C7E-DEAFB7CED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4682-B9D5-8369-7723-A404CC5D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CFB4-22F6-F5C8-4A00-CCEDA2E4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54A1-64AB-B0C9-3A53-BB58FF3C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3A8D-F51E-D4B9-2F2E-5BD496FB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42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2625-2973-D3BC-B38C-1C509F7F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235-AE5B-1F94-70AC-C1660F28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61B8C-69E1-14CF-07E1-3B0871FE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C984-261F-4314-BDA3-350D83219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CE68-D2B1-9B4E-8C31-857C7635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35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546B-B280-60E9-9A83-E0980275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3D282-568E-99AD-E0C6-152646C3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AD57-AAF8-AEAE-B2BA-22B2EC50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D2769-7573-7A7C-F7E2-55FC2306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E614-87FF-E6CB-2787-C8446BD6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7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7C44-4F1E-C0C3-BF52-40D77782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3B81-E7A5-660C-748F-860DC1388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71C3B-A9D8-B164-F531-15BE01562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DAB80-471C-3363-91CD-6986EA03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491F0-BAB7-FE0C-2B56-BF5BA972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93EE3-63D6-439A-7858-577D677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6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8405-3E91-457A-449A-FAEF5125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0FFCC-CF64-BB23-A593-5FF811A2A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C6EF0-21C4-E009-F8D7-BF5AFF36D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D45F4-50C9-4DB7-4A27-10B19C390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70D8-2E0A-4AFF-8CCE-F4E0E81BA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22463-EF99-041F-B533-DBB38AA1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ECCDE-E2A4-16D3-AB7B-5F0454FD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2EDF3-CB94-A82E-C214-894C1EB3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20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C990-9629-4712-D589-10ADDE3E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D6D586-0878-AD98-E834-BE147EB3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EC50B-406E-A580-C417-7D2DA720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D16B-7809-44D5-B33B-D41050C4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7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B797-2E15-B4F9-B7A7-706A38BA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9CE5C-F490-3787-3BC8-21F3B497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6B16-07F8-7B40-AB3C-86B5955A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530E-8DC8-5218-6BA2-14FA8DE9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F764-4137-BDBD-53BC-983AB5CB1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8440-24DE-03BF-6F46-1017688BB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EB252-D50D-ECE9-CFBB-D155849B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1B7DD-5999-DDB0-FFD2-22104D2F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BF5E0-94B8-4CFC-EE27-776D62A3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53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6531-B175-D1EA-B814-8D166A8B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52023-14FD-1DC1-28F7-45F273E49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34972-D4CC-6D87-210D-6978595B6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FAF79-C0E9-6520-E48A-823C0DA9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5BCBB-222A-BF1A-80AE-CC4084C0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DE953-BCA2-B1CD-544B-A48ECC78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22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617F-7DB7-DB9C-F418-3E91DEBE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7F61F-8A61-82A8-4A8D-23E7A8A57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9860E-FC93-1DE2-2985-C11EFE63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8852-8F20-4C37-0E72-E1215727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75A13-75C4-3101-E125-057CEF27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3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1A47A-8FA7-7E1A-E20F-0E84DA712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F45CB-168D-DB85-7CFF-B95FB7CF2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88B2-1E9E-7CF2-F998-6781392C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C695-E995-156E-ACF7-80572A9A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5A7D7-B161-B825-E3EB-1CC21048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43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1C913-664A-3D15-DC7F-DA00195C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A0186-3E82-521C-D87C-C47217F1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F9C9A-9C3F-8E25-B885-E72D1C0FC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A8C86-F104-444B-9DA4-4B9535BBC1CF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FA884-DA8E-2813-03D6-DC9B0B01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A1C9F-9038-EB9C-F190-3ABF28CFB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BEE00-272A-4915-9C57-0ACDA0936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7B3A99-D45C-87CF-F318-D1E2A753D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So go to </a:t>
            </a:r>
            <a:r>
              <a:rPr lang="en-IN" dirty="0" err="1"/>
              <a:t>insert</a:t>
            </a:r>
            <a:r>
              <a:rPr lang="en-IN" dirty="0" err="1">
                <a:sym typeface="Wingdings" panose="05000000000000000000" pitchFamily="2" charset="2"/>
              </a:rPr>
              <a:t>object</a:t>
            </a:r>
            <a:r>
              <a:rPr lang="en-IN" dirty="0">
                <a:sym typeface="Wingdings" panose="05000000000000000000" pitchFamily="2" charset="2"/>
              </a:rPr>
              <a:t>-create from </a:t>
            </a:r>
            <a:r>
              <a:rPr lang="en-IN" dirty="0" err="1">
                <a:sym typeface="Wingdings" panose="05000000000000000000" pitchFamily="2" charset="2"/>
              </a:rPr>
              <a:t>filegive</a:t>
            </a:r>
            <a:r>
              <a:rPr lang="en-IN" dirty="0">
                <a:sym typeface="Wingdings" panose="05000000000000000000" pitchFamily="2" charset="2"/>
              </a:rPr>
              <a:t> path to excel </a:t>
            </a:r>
            <a:r>
              <a:rPr lang="en-IN" dirty="0" err="1">
                <a:sym typeface="Wingdings" panose="05000000000000000000" pitchFamily="2" charset="2"/>
              </a:rPr>
              <a:t>filechoose</a:t>
            </a:r>
            <a:r>
              <a:rPr lang="en-IN" dirty="0">
                <a:sym typeface="Wingdings" panose="05000000000000000000" pitchFamily="2" charset="2"/>
              </a:rPr>
              <a:t> option to show as a icon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73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CBAB2E2-F0B0-C649-B7AB-E8EA47962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490978"/>
              </p:ext>
            </p:extLst>
          </p:nvPr>
        </p:nvGraphicFramePr>
        <p:xfrm>
          <a:off x="4241800" y="1821877"/>
          <a:ext cx="2311400" cy="200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92338" progId="Excel.Sheet.12">
                  <p:embed/>
                </p:oleObj>
              </mc:Choice>
              <mc:Fallback>
                <p:oleObj name="Worksheet" showAsIcon="1" r:id="rId2" imgW="914400" imgH="7923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1800" y="1821877"/>
                        <a:ext cx="2311400" cy="200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450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Microsoft Excel Worksheet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Srivastava</dc:creator>
  <cp:lastModifiedBy>Aman Srivastava</cp:lastModifiedBy>
  <cp:revision>1</cp:revision>
  <dcterms:created xsi:type="dcterms:W3CDTF">2024-12-05T19:24:39Z</dcterms:created>
  <dcterms:modified xsi:type="dcterms:W3CDTF">2024-12-05T19:25:25Z</dcterms:modified>
</cp:coreProperties>
</file>